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52963cf0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52963cf0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52963cf0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52963cf0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52963cf0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52963cf0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7d5dc95a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7d5dc95a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52963cf0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52963cf0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52963cf0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52963cf0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52963cf0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52963cf0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52963cf09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52963cf0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52963cf0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52963cf0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50" y="3224708"/>
            <a:ext cx="3999900" cy="1034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250" y="4258738"/>
            <a:ext cx="3999900" cy="7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6450" y="3224700"/>
            <a:ext cx="4198525" cy="17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dece çalışma Mantığı yazısı kalacak şekilde güzelleştir."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475" y="1356450"/>
            <a:ext cx="4897525" cy="269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6550" y="2468875"/>
            <a:ext cx="4667426" cy="26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468875"/>
            <a:ext cx="4476550" cy="2652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